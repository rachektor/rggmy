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ETIQUETTE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Презентация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1323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102A54"/>
                </a:solidFill>
                <a:latin typeface="Calibri"/>
              </a:rPr>
              <a:t>Присутственный</a:t>
            </a:r>
          </a:p>
          <a:p>
            <a:pPr algn="l"/>
            <a:r>
              <a:rPr sz="5400" b="1">
                <a:solidFill>
                  <a:srgbClr val="102A54"/>
                </a:solidFill>
                <a:latin typeface="Calibri"/>
              </a:rPr>
              <a:t>этикет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291840"/>
            <a:ext cx="1828800" cy="4572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520440"/>
            <a:ext cx="71323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Поведение в общественных местах,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ресторанах, музеях и театрах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7132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55B66"/>
                </a:solidFill>
                <a:latin typeface="Calibri"/>
              </a:rPr>
              <a:t>15 слайдов · Правила хорошего тона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Что такое этикет?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Введение в тему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Этикет — это совокупность общепринятых правил поведения, которые помогают людям взаимодействовать уважительно, доброжелательно и комфортно для окружающих.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108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Зачем нужен этикет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8587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Создаёт уважительную атмосферу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Помогает избегать конфликтов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Формирует культуру общества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Показывает уровень воспитания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91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429000"/>
            <a:ext cx="3108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Основные принципы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8587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005072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Уважение к другим людям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Тактичность и сдержанность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Опрятность и аккуратность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Пунктуальность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291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429000"/>
            <a:ext cx="3108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Где он применим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8587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005072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Транспорт и улица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Рестораны и кафе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Музеи и выставки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Театры и концерты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Немного истории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От древности до наших дней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21408"/>
            <a:ext cx="201168" cy="201168"/>
          </a:xfrm>
          <a:prstGeom prst="ellipse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Древний мир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7589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Правила поведения при дворах фараонов и царей Востока.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98648"/>
            <a:ext cx="201168" cy="201168"/>
          </a:xfrm>
          <a:prstGeom prst="ellipse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Средневековье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788920"/>
            <a:ext cx="7589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Рыцарский кодекс чести, придворный этикет Европы.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75888"/>
            <a:ext cx="201168" cy="201168"/>
          </a:xfrm>
          <a:prstGeom prst="ellipse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XVII–XVIII века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66160"/>
            <a:ext cx="7589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При Людовике XIV появляется слово «étiquette» — карточки с правилами.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453128"/>
            <a:ext cx="201168" cy="201168"/>
          </a:xfrm>
          <a:prstGeom prst="ellipse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Россия, XVIII век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343400"/>
            <a:ext cx="7589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Пётр I вводит «Юности честное зерцало» — первый русский учебник этикета.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30368"/>
            <a:ext cx="201168" cy="201168"/>
          </a:xfrm>
          <a:prstGeom prst="ellipse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120640"/>
            <a:ext cx="2926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Современность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120640"/>
            <a:ext cx="7589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Этикет стал проще, но принцип уважения к людям остался неизменным.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Поведение в общественных местах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Общие правила для всех ситуаций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Что делать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Соблюдать тишину и не мешать окружающим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Уступать место пожилым, беременным, людям с детьми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Здороваться и благодарить за помощь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Следить за опрятным внешним видом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Выбрасывать мусор только в урны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Быть пунктуальным и предупредительным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Извиняться, если задели кого-то случайно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Чего делать нельзя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87168"/>
            <a:ext cx="548640" cy="3200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Громко разговаривать и смеяться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Говорить по телефону на повышенных тонах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Курить в неположенных местах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Толкаться, спешить, расталкивать людей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Сорить, плевать, жевать жвачку на ходу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Показывать пальцем, обсуждать прохожих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Проявлять агрессию и грубость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В транспорте и на улице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Как вести себя среди людей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Пропускаем выходящих из транспорта, а затем заходим сами.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Уступаем места тем, кому они нужнее: пожилым, беременным, инвалидам, пассажирам с детьми.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Не едим в транспорте пищу с резким запахом и не занимаем сиденья сумками.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Слушаем музыку только в наушниках и на умеренной громкости.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В разговоре не обсуждаем личные темы громко — соседи слышат всё.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На эскалаторе стоим справа, проход слева оставляем для торопящихся.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На улице не останавливаемся внезапно в потоке людей — отходим в сторону.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Дверь придерживаем для того, кто идёт следом, особенно для пожилых людей.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Этикет в ресторане: прибытие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С чего начинается визит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Столик лучше бронировать заранее, а в случае отмены — предупредить заведение.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Приходить желательно вовремя; опоздание более чем на 10–15 минут требует извинений.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Верхнюю одежду и крупные сумки оставляют в гардеробе.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Мужчина помогает спутнице снять пальто и отодвигает стул.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За столом женщина садится первой, мужчина — после.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Телефон кладут экраном вниз или убирают в сумку; звонок — только по необходимости.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Меню изучают спокойно; если возникли вопросы — обращаются к официанту вежливо.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Заказ делают по очереди: сначала дамы, затем мужчины.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Этикет за столом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Как правильно вести себя во время еды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Хорошие манеры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Салфетку кладут на колени, развернув пополам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Приборы используют «от краёв к центру»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Едят бесшумно, с закрытым ртом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Говорят только после того, как проглотили пищу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Благодарят официанта за обслуживание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Локти не ставят на стол во время еды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Нож держат в правой, вилку — в левой руке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Чего не делают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87168"/>
            <a:ext cx="548640" cy="3200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разговаривают с набитым ртом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машут приборами и не указывают ими на людей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дуют на горячее блюдо — ждут, пока остынет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чавкают, не хлюпают, не стучат приборами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делают замечаний спутникам громко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кладут телефон на стол рядом с тарелкой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тянутся через весь стол — просят передать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Сервировка и столовые приборы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Маленькая азбука застолья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Приборы используют последовательно — от крайних к ближним к тарелке.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Вилка слева, нож и ложка — справа. Десертные приборы расположены над тарелкой.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Бокал для воды ставят ближе к тарелке, для вина — чуть дальше.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Если делают паузу: приборы кладут крест-накрест или «на 8 часов» на тарелке.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Когда закончили есть: приборы кладут параллельно, ручками вправо — «на 4 часа».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Хлеб не режут ножом, а отламывают небольшими кусочками.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Салфетку после трапезы кладут слева от тарелки, слегка смятой.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Счёт, чаевые и прощание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Завершение визита в ресторан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Счёт просят жестом или вежливой фразой: «Счёт, пожалуйста».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Оплачивает обычно тот, кто пригласил; в компании друзей — делят поровну или каждый за себя.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Чаевые — знак благодарности за обслуживание, обычно 10% от суммы счёта.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Если обслуживание не понравилось, замечание делают спокойно и корректно.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Перед уходом благодарят официанта и прощаются с администратором.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Стул при уходе аккуратно задвигают к столу.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Повышать голос, выяснять отношения или критиковать заведение громко — недопустимо.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Этикет в музее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Как вести себя среди экспонатов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Рекомендуется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Сдать верхнюю одежду и крупные сумки в гардероб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Говорить тихо, вполголоса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Соблюдать дистанцию между экспонатами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Внимательно читать таблички и слушать экскурсовода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Уступать место у экспонатов другим посетителям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Задавать вопросы экскурсоводу в подходящий момент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Отключить звук телефона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Недопустимо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87168"/>
            <a:ext cx="548640" cy="3200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Трогать экспонаты руками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Перегибаться через ограждения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Фотографировать со вспышкой (если запрещено)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Есть, пить и жевать жвачку в залах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Громко разговаривать и смеяться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Бегать по залам и обгонять экскурсию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Опираться на стены, витрины и постаменты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На экскурсии и выставке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Уважение к искусству и к другим посетителям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Держимся рядом с группой, не отстаём и не убегаем вперёд.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Слушаем экскурсовода внимательно, не перебиваем — вопросы задаём в конце.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Если пришли с детьми — заранее объясните им правила поведения.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Не обсуждаем экспонаты громко и не критикуем работы авторов у всех на виду.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Перед фотографией убеждаемся, что съёмка разрешена, и не загораживаем других.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Уважаем труд смотрителей: их просьбы — не придирки, а правила безопасности.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222222"/>
                </a:solidFill>
                <a:latin typeface="Calibri"/>
              </a:rPr>
              <a:t>•  Дресс-код в музее свободный, но одежда должна быть чистой и уместной.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Этикет в театре: до спектакля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Подготовка к культурному вечеру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В театр приходят нарядно: классический стиль, опрятная одежда и обувь.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Приходить принято за 20–30 минут до начала спектакля.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Верхнюю одежду обязательно сдают в гардероб, номерок убирают надёжно.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Перед входом в зал посещают фойе, знакомятся с программкой.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К своему месту проходят лицом к сидящим, извиняясь за беспокойство.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Мужчина идёт по ряду первым, освобождая дорогу даме.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Мобильный телефон выключают или переводят в беззвучный режим.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222222"/>
                </a:solidFill>
                <a:latin typeface="Calibri"/>
              </a:rPr>
              <a:t>•  Если опоздали — проходят только после первой сцены с разрешения билетёра.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Во время и после спектакля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Уважение к актёрам и зрителям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Во время действия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4871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Сидим тихо, не разговариваем и не комментируем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шуршим пакетами, программками, фантиками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едим и не пьём в зрительном зале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фотографируем и не снимаем видео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Не раскачиваемся и не наклоняемся вперёд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Если стало плохо — тихо выходим в боковой проход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В антракте и после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87168"/>
            <a:ext cx="548640" cy="3200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В антракте не спешим — выходим спокойно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В буфете соблюдаем очередь, говорим тихо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Аплодируем искренне, но сдержанно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Крики «браво!» — для настоящего восхищения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Цветы артистам дарят в конце спектакля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222222"/>
                </a:solidFill>
                <a:latin typeface="Calibri"/>
              </a:rPr>
              <a:t>•  Уходить до финальных поклонов — неуважение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400" b="1">
                <a:solidFill>
                  <a:srgbClr val="102A54"/>
                </a:solidFill>
                <a:latin typeface="Calibri"/>
              </a:rPr>
              <a:t>Золотые правила этикета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C8A25B"/>
                </a:solidFill>
                <a:latin typeface="Calibri"/>
              </a:rPr>
              <a:t>Коротко — о самом главном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11680" cy="36576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8483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Уважай других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Относись к людям так, как хочешь, чтобы относились к тебе.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08483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Будь тактичен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8892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Не ставь окружающих в неловкое положение.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8483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Соблюдай тишину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Громкость — главный враг общественных мест.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32511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Следи за собой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Опрятность и пунктуальность — основа уважения.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1605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25196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32511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Благодари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2920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«Спасибо» и «пожалуйста» открывают любые двери.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1605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C8A25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325112"/>
            <a:ext cx="2468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02A54"/>
                </a:solidFill>
                <a:latin typeface="Calibri"/>
              </a:rPr>
              <a:t>Знай место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029200"/>
            <a:ext cx="32004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В ресторане, музее и театре — свои правила. Уточни их заранее.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Calibri"/>
              </a:rPr>
              <a:t>Присутственный этикет · Правила хорошего тона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00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55B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C8A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C8A25B"/>
                </a:solidFill>
                <a:latin typeface="Calibri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3566160"/>
            <a:ext cx="914400" cy="4572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F7F2E7"/>
                </a:solidFill>
                <a:latin typeface="Calibri"/>
              </a:rPr>
              <a:t>Этикет — это не набор запретов, а способ сделать мир вокруг немного добрее и красивее.</a:t>
            </a:r>
          </a:p>
          <a:p>
            <a:pPr algn="ctr"/>
            <a:r>
              <a:rPr sz="2000" b="0">
                <a:solidFill>
                  <a:srgbClr val="F7F2E7"/>
                </a:solidFill>
                <a:latin typeface="Calibri"/>
              </a:rPr>
              <a:t>Соблюдая простые правила, мы проявляем уважение к себе и к людям.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C8A25B"/>
                </a:solidFill>
                <a:latin typeface="Calibri"/>
              </a:rPr>
              <a:t>Ведите себя достойно — и мир ответит тем же.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