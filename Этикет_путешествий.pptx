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E08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1E8"/>
                </a:solidFill>
                <a:latin typeface="Calibri"/>
              </a:rPr>
              <a:t>ЭТИКЕТ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ЭТИКЕТ ПУТЕШЕСТВИЙ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F5F1E8"/>
                </a:solidFill>
                <a:latin typeface="Calibri"/>
              </a:rPr>
              <a:t>Как вести себя культурно, уважительно и с удовольствием в любой точке мира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1E8"/>
                </a:solidFill>
                <a:latin typeface="Calibri"/>
              </a:rPr>
              <a:t>Презентация • 15 слайдов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23444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868912" cy="109728"/>
          </a:xfrm>
          <a:prstGeom prst="rect">
            <a:avLst/>
          </a:prstGeom>
          <a:solidFill>
            <a:srgbClr val="E08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1E8"/>
                </a:solidFill>
                <a:latin typeface="Calibri"/>
              </a:rPr>
              <a:t>Слайд 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О чём эта презентация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Что такое этикет путешествий и зачем он нужен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Правила поведения до, во время и после поездки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Уважение к местным традициям и культуре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Этикет в транспорте, отелях и общественных местах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Экологичные и ответственные путешествия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D6B"/>
                </a:solidFill>
                <a:latin typeface="Calibri"/>
              </a:rPr>
              <a:t>Этикет путешествий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23444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868912" cy="109728"/>
          </a:xfrm>
          <a:prstGeom prst="rect">
            <a:avLst/>
          </a:prstGeom>
          <a:solidFill>
            <a:srgbClr val="E08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1E8"/>
                </a:solidFill>
                <a:latin typeface="Calibri"/>
              </a:rPr>
              <a:t>Слайд 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Что такое этикет путешественника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Набор негласных правил поведения вдали от дома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Уважение к стране, людям и их образу жизни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Забота о попутчиках, природе и культурном наследии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Визитная карточка вашей страны за рубежом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D6B"/>
                </a:solidFill>
                <a:latin typeface="Calibri"/>
              </a:rPr>
              <a:t>Этикет путешествий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23444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868912" cy="109728"/>
          </a:xfrm>
          <a:prstGeom prst="rect">
            <a:avLst/>
          </a:prstGeom>
          <a:solidFill>
            <a:srgbClr val="E08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1E8"/>
                </a:solidFill>
                <a:latin typeface="Calibri"/>
              </a:rPr>
              <a:t>Слайд 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Подготовка к поездке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Изучите культуру, религию и обычаи страны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Выучите базовые фразы: «здравствуйте», «спасибо», «извините»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Ознакомьтесь с законами и запретами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Уточните правила чаевых и дресс-кода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Проверьте документы, страховку и прививки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D6B"/>
                </a:solidFill>
                <a:latin typeface="Calibri"/>
              </a:rPr>
              <a:t>Этикет путешествий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23444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868912" cy="109728"/>
          </a:xfrm>
          <a:prstGeom prst="rect">
            <a:avLst/>
          </a:prstGeom>
          <a:solidFill>
            <a:srgbClr val="E08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1E8"/>
                </a:solidFill>
                <a:latin typeface="Calibri"/>
              </a:rPr>
              <a:t>Слайд 5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Этикет в аэропорту и самолёте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Приезжайте заранее и не занимайте чужое время в очередях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Не разговаривайте громко и уважайте личное пространство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Откидывайте кресло аккуратно и только при необходимости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Делите подлокотник и не занимайте чужой багажный отсек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Будьте вежливы с экипажем — это их рабочее место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D6B"/>
                </a:solidFill>
                <a:latin typeface="Calibri"/>
              </a:rPr>
              <a:t>Этикет путешествий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23444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868912" cy="109728"/>
          </a:xfrm>
          <a:prstGeom prst="rect">
            <a:avLst/>
          </a:prstGeom>
          <a:solidFill>
            <a:srgbClr val="E08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1E8"/>
                </a:solidFill>
                <a:latin typeface="Calibri"/>
              </a:rPr>
              <a:t>Слайд 6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Поведение в поезде и автобусе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Не ешьте резко пахнущую еду в закрытом пространстве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Используйте наушники при прослушивании музыки и видео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Уступайте места пожилым, детям и людям с ограничениями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Держите багаж компактно, не загромождайте проходы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Разговаривайте вполголоса, особенно в ночное время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D6B"/>
                </a:solidFill>
                <a:latin typeface="Calibri"/>
              </a:rPr>
              <a:t>Этикет путешествий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23444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868912" cy="109728"/>
          </a:xfrm>
          <a:prstGeom prst="rect">
            <a:avLst/>
          </a:prstGeom>
          <a:solidFill>
            <a:srgbClr val="E08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1E8"/>
                </a:solidFill>
                <a:latin typeface="Calibri"/>
              </a:rPr>
              <a:t>Слайд 7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Этикет в отеле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Здоровайтесь с персоналом и благодарите за помощь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Соблюдайте тишину после 22:00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Не выносите из номера посуду и предметы интерьера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Оставляйте чаевые горничным и носильщикам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При выезде оставляйте номер в приличном виде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D6B"/>
                </a:solidFill>
                <a:latin typeface="Calibri"/>
              </a:rPr>
              <a:t>Этикет путешествий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23444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868912" cy="109728"/>
          </a:xfrm>
          <a:prstGeom prst="rect">
            <a:avLst/>
          </a:prstGeom>
          <a:solidFill>
            <a:srgbClr val="E08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1E8"/>
                </a:solidFill>
                <a:latin typeface="Calibri"/>
              </a:rPr>
              <a:t>Слайд 8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За столом: ресторанный этикет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Изучите местные традиции еды: палочки, руки, приборы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Не критикуйте национальную кухню и способ подачи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Уточните, принято ли делить счёт и оставлять чаевые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Не фотографируйте еду и персонал без разрешения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Будьте терпеливы: в разных странах — разный темп обслуживания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D6B"/>
                </a:solidFill>
                <a:latin typeface="Calibri"/>
              </a:rPr>
              <a:t>Этикет путешествий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23444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868912" cy="109728"/>
          </a:xfrm>
          <a:prstGeom prst="rect">
            <a:avLst/>
          </a:prstGeom>
          <a:solidFill>
            <a:srgbClr val="E08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1E8"/>
                </a:solidFill>
                <a:latin typeface="Calibri"/>
              </a:rPr>
              <a:t>Слайд 9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Уважение к местным обычаям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Одевайтесь скромно в храмах, мечетях и монастырях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Снимайте обувь там, где это принято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Не трогайте сакральные предметы и статуи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Уважайте время молитвы и религиозные праздники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Избегайте громких оценок и сравнений с домом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D6B"/>
                </a:solidFill>
                <a:latin typeface="Calibri"/>
              </a:rPr>
              <a:t>Этикет путешествий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23444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868912" cy="109728"/>
          </a:xfrm>
          <a:prstGeom prst="rect">
            <a:avLst/>
          </a:prstGeom>
          <a:solidFill>
            <a:srgbClr val="E08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1E8"/>
                </a:solidFill>
                <a:latin typeface="Calibri"/>
              </a:rPr>
              <a:t>Слайд 10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Фото- и видеоэтикет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Спрашивайте разрешение, прежде чем снимать людей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Не фотографируйте военные и государственные объекты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Уважайте запреты на съёмку в музеях и храмах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Не мешайте другим туристам ради идеального кадра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Публикуйте деликатно — уважая частную жизнь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D6B"/>
                </a:solidFill>
                <a:latin typeface="Calibri"/>
              </a:rPr>
              <a:t>Этикет путешествий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23444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868912" cy="109728"/>
          </a:xfrm>
          <a:prstGeom prst="rect">
            <a:avLst/>
          </a:prstGeom>
          <a:solidFill>
            <a:srgbClr val="E08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1E8"/>
                </a:solidFill>
                <a:latin typeface="Calibri"/>
              </a:rPr>
              <a:t>Слайд 11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Общение с местными жителями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Улыбайтесь и здоровайтесь на местном языке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Говорите спокойно, не повышайте голос при недопонимании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Не навязывайте свои взгляды на политику и религию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Будьте открытыми, но сохраняйте разумную осторожность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Благодарите за помощь — искренне и вовремя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D6B"/>
                </a:solidFill>
                <a:latin typeface="Calibri"/>
              </a:rPr>
              <a:t>Этикет путешествий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23444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868912" cy="109728"/>
          </a:xfrm>
          <a:prstGeom prst="rect">
            <a:avLst/>
          </a:prstGeom>
          <a:solidFill>
            <a:srgbClr val="E08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1E8"/>
                </a:solidFill>
                <a:latin typeface="Calibri"/>
              </a:rPr>
              <a:t>Слайд 12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Экологичные путешествия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Берите многоразовую бутылку и сумку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Сортируйте мусор и не оставляйте его в природе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Не кормите диких животных и не нарушайте их покой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Выбирайте местных гидов и небольшие эко-отели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Экономьте воду и электроэнергию в номере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D6B"/>
                </a:solidFill>
                <a:latin typeface="Calibri"/>
              </a:rPr>
              <a:t>Этикет путешествий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23444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868912" cy="109728"/>
          </a:xfrm>
          <a:prstGeom prst="rect">
            <a:avLst/>
          </a:prstGeom>
          <a:solidFill>
            <a:srgbClr val="E08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1E8"/>
                </a:solidFill>
                <a:latin typeface="Calibri"/>
              </a:rPr>
              <a:t>Слайд 13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Безопасность и ответственность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Храните копии документов отдельно от оригиналов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Не демонстрируйте крупные суммы и дорогую технику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Соблюдайте местные законы даже в мелочах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Имейте контакты посольства и страховой компании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Уважайте правила дорожного движения страны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D6B"/>
                </a:solidFill>
                <a:latin typeface="Calibri"/>
              </a:rPr>
              <a:t>Этикет путешествий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23444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868912" cy="109728"/>
          </a:xfrm>
          <a:prstGeom prst="rect">
            <a:avLst/>
          </a:prstGeom>
          <a:solidFill>
            <a:srgbClr val="E08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1E8"/>
                </a:solidFill>
                <a:latin typeface="Calibri"/>
              </a:rPr>
              <a:t>Слайд 14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Типичные ошибки туристов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Громкое поведение в общественных местах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Сравнение «у нас лучше» и критика местных порядков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Игнорирование дресс-кода в храмах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Торг там, где он неуместен, и наоборот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22B3A"/>
                </a:solidFill>
                <a:latin typeface="Calibri"/>
              </a:rPr>
              <a:t>•  Неуважение к очередям и личному пространству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D6B"/>
                </a:solidFill>
                <a:latin typeface="Calibri"/>
              </a:rPr>
              <a:t>Этикет путешествий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91695" cy="182880"/>
          </a:xfrm>
          <a:prstGeom prst="rect">
            <a:avLst/>
          </a:prstGeom>
          <a:solidFill>
            <a:srgbClr val="E08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ПУТЕШЕСТВУЙТЕ С УВАЖЕНИЕМ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F5F1E8"/>
                </a:solidFill>
                <a:latin typeface="Calibri"/>
              </a:rPr>
              <a:t>Хороший турист оставляет после себя только добрые воспоминания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1089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 Уважайте страну — и страна ответит тем же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 Будьте гостем, а не ревизором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 Учитесь у мира — и делитесь своей культурой бережно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E08E2A"/>
                </a:solidFill>
                <a:latin typeface="Calibri"/>
              </a:rP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